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2344400" cx="8458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888">
          <p15:clr>
            <a:srgbClr val="747775"/>
          </p15:clr>
        </p15:guide>
        <p15:guide id="2" pos="266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88" orient="horz"/>
        <p:guide pos="26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54571" y="685800"/>
            <a:ext cx="23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54571" y="685800"/>
            <a:ext cx="23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88330" y="1786980"/>
            <a:ext cx="7881600" cy="4926000"/>
          </a:xfrm>
          <a:prstGeom prst="rect">
            <a:avLst/>
          </a:prstGeom>
        </p:spPr>
        <p:txBody>
          <a:bodyPr anchorCtr="0" anchor="b" bIns="97400" lIns="97400" spcFirstLastPara="1" rIns="97400" wrap="square" tIns="97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88322" y="6801900"/>
            <a:ext cx="7881600" cy="19023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88322" y="5162040"/>
            <a:ext cx="7881600" cy="20202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88322" y="1068060"/>
            <a:ext cx="7881600" cy="13746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88322" y="2765940"/>
            <a:ext cx="7881600" cy="81993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88322" y="1068060"/>
            <a:ext cx="7881600" cy="13746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88322" y="2765940"/>
            <a:ext cx="3699900" cy="81993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469970" y="2765940"/>
            <a:ext cx="3699900" cy="81993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88322" y="1068060"/>
            <a:ext cx="7881600" cy="13746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88323" y="1333440"/>
            <a:ext cx="2597400" cy="1813500"/>
          </a:xfrm>
          <a:prstGeom prst="rect">
            <a:avLst/>
          </a:prstGeom>
        </p:spPr>
        <p:txBody>
          <a:bodyPr anchorCtr="0" anchor="b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88323" y="3335040"/>
            <a:ext cx="2597400" cy="76308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3481" y="1080360"/>
            <a:ext cx="5890200" cy="98178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229100" y="-300"/>
            <a:ext cx="4229100" cy="123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7400" lIns="97400" spcFirstLastPara="1" rIns="97400" wrap="square" tIns="97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45588" y="2959620"/>
            <a:ext cx="3741600" cy="3557400"/>
          </a:xfrm>
          <a:prstGeom prst="rect">
            <a:avLst/>
          </a:prstGeom>
        </p:spPr>
        <p:txBody>
          <a:bodyPr anchorCtr="0" anchor="b" bIns="97400" lIns="97400" spcFirstLastPara="1" rIns="97400" wrap="square" tIns="97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45588" y="6727380"/>
            <a:ext cx="3741600" cy="29640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569038" y="1737780"/>
            <a:ext cx="3549300" cy="88683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88322" y="10153380"/>
            <a:ext cx="5549100" cy="14523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88322" y="2654700"/>
            <a:ext cx="7881600" cy="4712400"/>
          </a:xfrm>
          <a:prstGeom prst="rect">
            <a:avLst/>
          </a:prstGeom>
        </p:spPr>
        <p:txBody>
          <a:bodyPr anchorCtr="0" anchor="b" bIns="97400" lIns="97400" spcFirstLastPara="1" rIns="97400" wrap="square" tIns="974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88322" y="7565340"/>
            <a:ext cx="7881600" cy="3122100"/>
          </a:xfrm>
          <a:prstGeom prst="rect">
            <a:avLst/>
          </a:prstGeom>
        </p:spPr>
        <p:txBody>
          <a:bodyPr anchorCtr="0" anchor="t" bIns="97400" lIns="97400" spcFirstLastPara="1" rIns="97400" wrap="square" tIns="97400">
            <a:normAutofit/>
          </a:bodyPr>
          <a:lstStyle>
            <a:lvl1pPr indent="-349250" lvl="0" marL="4572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</p:spPr>
        <p:txBody>
          <a:bodyPr anchorCtr="0" anchor="ctr" bIns="97400" lIns="97400" spcFirstLastPara="1" rIns="97400" wrap="square" tIns="974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8322" y="1068060"/>
            <a:ext cx="78816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7400" lIns="97400" spcFirstLastPara="1" rIns="97400" wrap="square" tIns="974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8322" y="2765940"/>
            <a:ext cx="7881600" cy="81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400" lIns="97400" spcFirstLastPara="1" rIns="97400" wrap="square" tIns="97400">
            <a:normAutofit/>
          </a:bodyPr>
          <a:lstStyle>
            <a:lvl1pPr indent="-3492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837023" y="11191720"/>
            <a:ext cx="507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7400" lIns="97400" spcFirstLastPara="1" rIns="97400" wrap="square" tIns="97400">
            <a:normAutofit/>
          </a:bodyPr>
          <a:lstStyle>
            <a:lvl1pPr lvl="0" algn="r">
              <a:buNone/>
              <a:defRPr sz="1100">
                <a:solidFill>
                  <a:schemeClr val="dk2"/>
                </a:solidFill>
              </a:defRPr>
            </a:lvl1pPr>
            <a:lvl2pPr lvl="1" algn="r">
              <a:buNone/>
              <a:defRPr sz="1100">
                <a:solidFill>
                  <a:schemeClr val="dk2"/>
                </a:solidFill>
              </a:defRPr>
            </a:lvl2pPr>
            <a:lvl3pPr lvl="2" algn="r">
              <a:buNone/>
              <a:defRPr sz="1100">
                <a:solidFill>
                  <a:schemeClr val="dk2"/>
                </a:solidFill>
              </a:defRPr>
            </a:lvl3pPr>
            <a:lvl4pPr lvl="3" algn="r">
              <a:buNone/>
              <a:defRPr sz="1100">
                <a:solidFill>
                  <a:schemeClr val="dk2"/>
                </a:solidFill>
              </a:defRPr>
            </a:lvl4pPr>
            <a:lvl5pPr lvl="4" algn="r">
              <a:buNone/>
              <a:defRPr sz="1100">
                <a:solidFill>
                  <a:schemeClr val="dk2"/>
                </a:solidFill>
              </a:defRPr>
            </a:lvl5pPr>
            <a:lvl6pPr lvl="5" algn="r">
              <a:buNone/>
              <a:defRPr sz="1100">
                <a:solidFill>
                  <a:schemeClr val="dk2"/>
                </a:solidFill>
              </a:defRPr>
            </a:lvl6pPr>
            <a:lvl7pPr lvl="6" algn="r">
              <a:buNone/>
              <a:defRPr sz="1100">
                <a:solidFill>
                  <a:schemeClr val="dk2"/>
                </a:solidFill>
              </a:defRPr>
            </a:lvl7pPr>
            <a:lvl8pPr lvl="7" algn="r">
              <a:buNone/>
              <a:defRPr sz="1100">
                <a:solidFill>
                  <a:schemeClr val="dk2"/>
                </a:solidFill>
              </a:defRPr>
            </a:lvl8pPr>
            <a:lvl9pPr lvl="8" algn="r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9589"/>
            <a:ext cx="8458198" cy="216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8458202" cy="53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302375"/>
            <a:ext cx="8458201" cy="2910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