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2344400" cx="8458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888">
          <p15:clr>
            <a:srgbClr val="747775"/>
          </p15:clr>
        </p15:guide>
        <p15:guide id="2" pos="266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88" orient="horz"/>
        <p:guide pos="26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54571" y="685800"/>
            <a:ext cx="23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54571" y="685800"/>
            <a:ext cx="23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88330" y="1786980"/>
            <a:ext cx="7881600" cy="4926000"/>
          </a:xfrm>
          <a:prstGeom prst="rect">
            <a:avLst/>
          </a:prstGeom>
        </p:spPr>
        <p:txBody>
          <a:bodyPr anchorCtr="0" anchor="b" bIns="97400" lIns="97400" spcFirstLastPara="1" rIns="97400" wrap="square" tIns="97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88322" y="6801900"/>
            <a:ext cx="7881600" cy="19023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88322" y="5162040"/>
            <a:ext cx="7881600" cy="20202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88322" y="1068060"/>
            <a:ext cx="7881600" cy="13746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88322" y="2765940"/>
            <a:ext cx="7881600" cy="81993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88322" y="1068060"/>
            <a:ext cx="7881600" cy="13746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88322" y="2765940"/>
            <a:ext cx="3699900" cy="81993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469970" y="2765940"/>
            <a:ext cx="3699900" cy="81993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88322" y="1068060"/>
            <a:ext cx="7881600" cy="13746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88323" y="1333440"/>
            <a:ext cx="2597400" cy="1813500"/>
          </a:xfrm>
          <a:prstGeom prst="rect">
            <a:avLst/>
          </a:prstGeom>
        </p:spPr>
        <p:txBody>
          <a:bodyPr anchorCtr="0" anchor="b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88323" y="3335040"/>
            <a:ext cx="2597400" cy="76308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3481" y="1080360"/>
            <a:ext cx="5890200" cy="98178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229100" y="-300"/>
            <a:ext cx="4229100" cy="123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7400" lIns="97400" spcFirstLastPara="1" rIns="97400" wrap="square" tIns="97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45588" y="2959620"/>
            <a:ext cx="3741600" cy="3557400"/>
          </a:xfrm>
          <a:prstGeom prst="rect">
            <a:avLst/>
          </a:prstGeom>
        </p:spPr>
        <p:txBody>
          <a:bodyPr anchorCtr="0" anchor="b" bIns="97400" lIns="97400" spcFirstLastPara="1" rIns="97400" wrap="square" tIns="97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45588" y="6727380"/>
            <a:ext cx="3741600" cy="29640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569038" y="1737780"/>
            <a:ext cx="3549300" cy="88683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88322" y="10153380"/>
            <a:ext cx="5549100" cy="14523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88322" y="2654700"/>
            <a:ext cx="7881600" cy="4712400"/>
          </a:xfrm>
          <a:prstGeom prst="rect">
            <a:avLst/>
          </a:prstGeom>
        </p:spPr>
        <p:txBody>
          <a:bodyPr anchorCtr="0" anchor="b" bIns="97400" lIns="97400" spcFirstLastPara="1" rIns="97400" wrap="square" tIns="97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88322" y="7565340"/>
            <a:ext cx="7881600" cy="31221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indent="-349250" lvl="0" marL="4572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8322" y="1068060"/>
            <a:ext cx="78816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8322" y="2765940"/>
            <a:ext cx="7881600" cy="81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400" lIns="97400" spcFirstLastPara="1" rIns="97400" wrap="square" tIns="97400">
            <a:norm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7400" lIns="97400" spcFirstLastPara="1" rIns="97400" wrap="square" tIns="97400">
            <a:normAutofit/>
          </a:bodyPr>
          <a:lstStyle>
            <a:lvl1pPr lvl="0" algn="r">
              <a:buNone/>
              <a:defRPr sz="1100">
                <a:solidFill>
                  <a:schemeClr val="dk2"/>
                </a:solidFill>
              </a:defRPr>
            </a:lvl1pPr>
            <a:lvl2pPr lvl="1" algn="r">
              <a:buNone/>
              <a:defRPr sz="1100">
                <a:solidFill>
                  <a:schemeClr val="dk2"/>
                </a:solidFill>
              </a:defRPr>
            </a:lvl2pPr>
            <a:lvl3pPr lvl="2" algn="r">
              <a:buNone/>
              <a:defRPr sz="1100">
                <a:solidFill>
                  <a:schemeClr val="dk2"/>
                </a:solidFill>
              </a:defRPr>
            </a:lvl3pPr>
            <a:lvl4pPr lvl="3" algn="r">
              <a:buNone/>
              <a:defRPr sz="1100">
                <a:solidFill>
                  <a:schemeClr val="dk2"/>
                </a:solidFill>
              </a:defRPr>
            </a:lvl4pPr>
            <a:lvl5pPr lvl="4" algn="r">
              <a:buNone/>
              <a:defRPr sz="1100">
                <a:solidFill>
                  <a:schemeClr val="dk2"/>
                </a:solidFill>
              </a:defRPr>
            </a:lvl5pPr>
            <a:lvl6pPr lvl="5" algn="r">
              <a:buNone/>
              <a:defRPr sz="1100">
                <a:solidFill>
                  <a:schemeClr val="dk2"/>
                </a:solidFill>
              </a:defRPr>
            </a:lvl6pPr>
            <a:lvl7pPr lvl="6" algn="r">
              <a:buNone/>
              <a:defRPr sz="1100">
                <a:solidFill>
                  <a:schemeClr val="dk2"/>
                </a:solidFill>
              </a:defRPr>
            </a:lvl7pPr>
            <a:lvl8pPr lvl="7" algn="r">
              <a:buNone/>
              <a:defRPr sz="1100">
                <a:solidFill>
                  <a:schemeClr val="dk2"/>
                </a:solidFill>
              </a:defRPr>
            </a:lvl8pPr>
            <a:lvl9pPr lvl="8" algn="r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54" name="Google Shape;54;p13"/>
          <p:cNvPicPr preferRelativeResize="0"/>
          <p:nvPr/>
        </p:nvPicPr>
        <p:blipFill rotWithShape="1">
          <a:blip r:embed="rId3">
            <a:alphaModFix/>
          </a:blip>
          <a:srcRect b="39459" l="24998" r="0" t="0"/>
          <a:stretch/>
        </p:blipFill>
        <p:spPr>
          <a:xfrm>
            <a:off x="0" y="-29"/>
            <a:ext cx="8458196" cy="4327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Description automatically generated"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4870" y="927419"/>
            <a:ext cx="2907971" cy="2861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24998" r="0" t="73569"/>
          <a:stretch/>
        </p:blipFill>
        <p:spPr>
          <a:xfrm>
            <a:off x="0" y="4237507"/>
            <a:ext cx="8458196" cy="1889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b="0" l="1013" r="1530" t="0"/>
          <a:stretch/>
        </p:blipFill>
        <p:spPr>
          <a:xfrm>
            <a:off x="0" y="6759635"/>
            <a:ext cx="8458203" cy="514891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7353800" y="7543663"/>
            <a:ext cx="51000" cy="19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400" lIns="97400" spcFirstLastPara="1" rIns="97400" wrap="square" tIns="9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